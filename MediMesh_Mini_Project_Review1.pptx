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9" r:id="rId3"/>
    <p:sldId id="327" r:id="rId4"/>
    <p:sldId id="333" r:id="rId5"/>
    <p:sldId id="328" r:id="rId6"/>
    <p:sldId id="329" r:id="rId7"/>
    <p:sldId id="335" r:id="rId8"/>
    <p:sldId id="334" r:id="rId9"/>
    <p:sldId id="330" r:id="rId10"/>
    <p:sldId id="336" r:id="rId11"/>
    <p:sldId id="340" r:id="rId12"/>
    <p:sldId id="339" r:id="rId13"/>
    <p:sldId id="338" r:id="rId14"/>
    <p:sldId id="341" r:id="rId15"/>
    <p:sldId id="345" r:id="rId16"/>
    <p:sldId id="326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0206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541" y="533400"/>
            <a:ext cx="8048859" cy="9906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r>
              <a:rPr lang="en-US" sz="2400" b="1" dirty="0">
                <a:solidFill>
                  <a:srgbClr val="C00000"/>
                </a:solidFill>
              </a:rPr>
              <a:t>V</a:t>
            </a:r>
            <a:r>
              <a:rPr lang="en-US" sz="2400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ARDHAMAN COLLEGE OF ENGINEERING, HYDERABAD</a:t>
            </a:r>
            <a:br>
              <a:rPr lang="en-US" sz="2400" b="1" dirty="0">
                <a:latin typeface="Cambria" pitchFamily="18" charset="0"/>
                <a:ea typeface="Cambria" pitchFamily="18" charset="0"/>
              </a:rPr>
            </a:br>
            <a:r>
              <a:rPr lang="en-US" sz="1800" b="1" dirty="0">
                <a:latin typeface="Cambria" pitchFamily="18" charset="0"/>
                <a:ea typeface="Cambria" pitchFamily="18" charset="0"/>
              </a:rPr>
              <a:t>Autonomous institute affiliated to JNTUH</a:t>
            </a:r>
            <a:r>
              <a:rPr lang="en-US" sz="2400" b="1" dirty="0">
                <a:latin typeface="Cambria" pitchFamily="18" charset="0"/>
                <a:ea typeface="Cambria" pitchFamily="18" charset="0"/>
              </a:rPr>
              <a:t> </a:t>
            </a:r>
            <a:br>
              <a:rPr lang="en-US" sz="2400" dirty="0">
                <a:latin typeface="Cambria" pitchFamily="18" charset="0"/>
                <a:ea typeface="Cambria" pitchFamily="18" charset="0"/>
              </a:rPr>
            </a:br>
            <a:r>
              <a:rPr lang="en-US" sz="2300" b="1" dirty="0">
                <a:solidFill>
                  <a:srgbClr val="FF0000"/>
                </a:solidFill>
              </a:rPr>
              <a:t>DEPARTMENT OF COMPUTER SCIENCE &amp; ENGINEERING(DATA SCIENCE) </a:t>
            </a:r>
            <a:br>
              <a:rPr lang="en-US" sz="2300" b="1" dirty="0"/>
            </a:br>
            <a:endParaRPr lang="en-US" sz="23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2060"/>
                </a:solidFill>
              </a:rPr>
              <a:t>Faculty Name</a:t>
            </a:r>
            <a:endParaRPr lang="en-US" sz="3000" b="1" dirty="0">
              <a:solidFill>
                <a:srgbClr val="002060"/>
              </a:solidFill>
              <a:cs typeface="Calibri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Designation 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CSD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</a:t>
            </a:r>
            <a:r>
              <a:rPr lang="en-IN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24MP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CSD</a:t>
            </a:r>
            <a:r>
              <a:rPr lang="en-IN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-B20</a:t>
            </a:r>
            <a:endParaRPr lang="en-US" sz="24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Title: MediMesh AI — Explainable Multi-Hospital Care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557081"/>
              </p:ext>
            </p:extLst>
          </p:nvPr>
        </p:nvGraphicFramePr>
        <p:xfrm>
          <a:off x="1219200" y="2971800"/>
          <a:ext cx="6934200" cy="1981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24881A6788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K </a:t>
                      </a:r>
                      <a:r>
                        <a:rPr lang="en-US" sz="2000" b="1" dirty="0" err="1"/>
                        <a:t>Safeeuddin</a:t>
                      </a:r>
                      <a:r>
                        <a:rPr lang="en-US" sz="2000" b="1" dirty="0"/>
                        <a:t> Ahmed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24881A6789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Kaila Varshitha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24881A67A8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Pasam Lakshmi Rasagna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5" y="317900"/>
            <a:ext cx="1095772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Project Review-1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Main idea of the Project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Existing System Vs Proposed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Proposed Project Objectives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Proposed Project Outcomes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Software and Hardware Requirements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Process Model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Architectural Diagram [Modified]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UML Diagrams — Use Case, Class, Sequence, Activity, State Chart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Proposed Methods and Algorithms [with working demo example]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/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endParaRPr lang="en-US" sz="1200" dirty="0"/>
          </a:p>
          <a:p>
            <a:pPr fontAlgn="auto">
              <a:spcAft>
                <a:spcPts val="0"/>
              </a:spcAft>
              <a:defRPr/>
            </a:pPr>
            <a:endParaRPr lang="en-US" sz="1200" dirty="0"/>
          </a:p>
          <a:p>
            <a:pPr fontAlgn="auto">
              <a:spcAft>
                <a:spcPts val="0"/>
              </a:spcAft>
              <a:defRPr/>
            </a:pPr>
            <a:endParaRPr lang="en-US" sz="1200" dirty="0"/>
          </a:p>
          <a:p>
            <a:pPr fontAlgn="auto">
              <a:spcAft>
                <a:spcPts val="0"/>
              </a:spcAft>
              <a:defRPr/>
            </a:pPr>
            <a:endParaRPr lang="en-US" sz="1200" dirty="0"/>
          </a:p>
          <a:p>
            <a:pPr fontAlgn="auto">
              <a:spcAft>
                <a:spcPts val="0"/>
              </a:spcAft>
              <a:defRPr/>
            </a:pPr>
            <a:endParaRPr lang="en-US" sz="1200" dirty="0"/>
          </a:p>
          <a:p>
            <a:pPr fontAlgn="auto">
              <a:spcAft>
                <a:spcPts val="0"/>
              </a:spcAft>
              <a:defRPr/>
            </a:pP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E7E481F-2132-427C-A34E-36D0778F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Main idea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A160-9E89-4EFA-87F2-5AD9612A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normAutofit/>
          </a:bodyPr>
          <a:lstStyle/>
          <a:p>
            <a:pPr fontAlgn="auto">
              <a:spcAft>
                <a:spcPts val="800"/>
              </a:spcAft>
              <a:defRPr/>
            </a:pPr>
            <a:r>
              <a:rPr sz="1800" b="1" dirty="0">
                <a:solidFill>
                  <a:srgbClr val="1F3864"/>
                </a:solidFill>
              </a:rPr>
              <a:t>The problem</a:t>
            </a:r>
            <a:endParaRPr lang="en-US" sz="2800" dirty="0"/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6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hospitals still run booking, waiting, prescriptions and stock on disconnected registers.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6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 cannot see the wait maths; reports are jargon; night staff is not who the app suggests.</a:t>
            </a:r>
          </a:p>
          <a:p>
            <a:pPr>
              <a:spcAft>
                <a:spcPts val="800"/>
              </a:spcAft>
            </a:pPr>
            <a:r>
              <a:rPr sz="18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 MediMesh AI</a:t>
            </a:r>
            <a:r>
              <a:rPr sz="1800" b="1" dirty="0" err="1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sz="1800" b="1" dirty="0">
              <a:solidFill>
                <a:srgbClr val="1F38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6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affordable app for patient, doctor, nurse, pharmacist, receptionist and administrator.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6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isolated hospitals (Sunrise, Lotus, Arogya). Stock never leaks. Only anonymised demand is pooled.</a:t>
            </a:r>
          </a:p>
          <a:p>
            <a:pPr>
              <a:spcAft>
                <a:spcPts val="800"/>
              </a:spcAft>
            </a:pPr>
            <a:r>
              <a:rPr sz="18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unique (not a generic HMS clone)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6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OPD token on Confirm Appointment + dual wait: your turn vs hospital-wide HospitalFlow formula.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600" b="0" dirty="0" err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 Copilot routes by who is on this shift (day OPD / night nurse). It is not a diagnosis.</a:t>
            </a:r>
            <a:r>
              <a:rPr sz="16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6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 Explainer in English / Hindi / Telugu + read-aloud, only after the doctor approves.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4E46C8-49D6-4493-8F2A-30F94D03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24600"/>
            <a:ext cx="4038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1430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</p:txBody>
      </p:sp>
      <p:sp>
        <p:nvSpPr>
          <p:cNvPr id="6" name="Rectangle 5"/>
          <p:cNvSpPr/>
          <p:nvPr/>
        </p:nvSpPr>
        <p:spPr>
          <a:xfrm>
            <a:off x="3020377" y="6428601"/>
            <a:ext cx="31794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DEPARTMENT OF CSD MINI PROJECT REVIEW-1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855647"/>
              </p:ext>
            </p:extLst>
          </p:nvPr>
        </p:nvGraphicFramePr>
        <p:xfrm>
          <a:off x="320040" y="1188720"/>
          <a:ext cx="8600200" cy="38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MediMesh (proposed)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 / walk-in registers, no slot visibility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Calendar booking; Confirm mints a live OPD token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Unknown, blind wait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 wait: your turn maths vs hospital-wide HospitalFlow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guesses the clinic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 Copilot: right queue for this shift; emergency is not booked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info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Jargon-heavy reports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Doctor-approved explainer EN / HI / TE + read-aloud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Handover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Verbal / paper, lossy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Signed day / night handover on the nurse dashboard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Pharmacy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re-entry; stock guessed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Rx; in / low / out; mesh demand without sharing stock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logins, no hospital wall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+ hospital_id isolation (staff and stock stay inside one hospital)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/ scale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for large hospital chains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3030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Affordable 3-hospital mesh for smaller facilities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A44-8ABC-42DF-9BB1-E9A15FE0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fontAlgn="auto">
              <a:spcAft>
                <a:spcPts val="1200"/>
              </a:spcAft>
              <a:defRPr/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Unify booking and live doctor availability across three hospitals, with hospital-level isolation.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Mint a live OPD token on confirm and show dual wait: people ahead × consult ÷ doctors vs HospitalFlow total.</a:t>
            </a:r>
            <a:r>
              <a:rPr sz="1900" b="0" dirty="0" err="1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waits with a visible formula (queue, pharmacy, stock-outs, staffing, handover, crowd) — not a black box.</a:t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symptoms with Care Copilot to the staff on this shift; refuse diagnosis; divert chest tightness to casualty.</a:t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 treatment in EN / HI / TE with read-aloud after the doctor approves the explainer.</a:t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Digitize prescription-to-pharmacy (in / low / out) and pool anonymised SKU demand for cheaper mesh buying.</a:t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day / night nurse handover that is written, signed and visible to the next shift.</a:t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administrators staffing sliders that recalculate HospitalFlow live, on a low-cost stack.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876535F-BF73-4DC9-95E8-18D628D9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194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</a:t>
            </a:r>
            <a:r>
              <a:rPr lang="en-IN" dirty="0"/>
              <a:t>D </a:t>
            </a:r>
            <a:r>
              <a:rPr lang="en-US" dirty="0"/>
              <a:t>MINI PROJECT REVIEW-1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norm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Patient sees a token and a wait they can argue with (your turn vs hospital-wide), like a Rapido ETA.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Same symptoms give different next steps by shift — night nurse now, GP when clinic opens.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Patients understand Metformin / recovery in their language; doctors stay accountable via approval.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Pharmacy knows in / low / out; mesh demand flags what three hospitals should buy together.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Handover is not lost between Kavitha (day) and Imran (night).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Queues, stock and files do not leak across Sunrise, Lotus and Arogya.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Admin can change doctors-on-duty and watch the formula move in the viva demo.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F3864"/>
                </a:solidFill>
              </a:rPr>
              <a:t>A reusable, affordable coordination template — not another Practo / HMS clone.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819400" y="6356350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</a:t>
            </a:r>
            <a:r>
              <a:rPr lang="en-IN" dirty="0"/>
              <a:t>D </a:t>
            </a:r>
            <a:r>
              <a:rPr lang="en-US" dirty="0"/>
              <a:t>MINI PROJECT REVIEW-1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</a:t>
            </a:r>
            <a:r>
              <a:rPr lang="en-IN" dirty="0"/>
              <a:t>D </a:t>
            </a:r>
            <a:r>
              <a:rPr lang="en-US" dirty="0"/>
              <a:t>MINI PROJECT REVIEW-1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112520"/>
          <a:ext cx="86002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Software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Frontend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React + TypeScript + Vite + Tailwind (phone-shell UI)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Software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State / roles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MeshContext reducer; session picks hospital then role (demo login)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Software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Analytics AI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Python FastAPI HospitalFlow; same formula also runs on-device in 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Software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Database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In-memory seed for demo; supabase/schema.sql with RLS by hospital_id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Software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Care Copilot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Rule-based, shift-aware routing (not an LLM diagnosis)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Software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Explainer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Doctor-approved cards + SpeechSynthesis (EN / HI / TE)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Hardware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Dev machine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i5 / Ryzen 5, 8GB+ RAM, Node 20, Python 3.11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Hardware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Server (pilot)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Local Vite :5173 + uvicorn :8000; cloud VM later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Hardware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Client devices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Smartphone or desktop browser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Hardware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Pharmacy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03030"/>
                          </a:solidFill>
                        </a:rPr>
                        <a:t>Optional barcode scanner later; demo uses tap to dispense</a:t>
                      </a:r>
                    </a:p>
                  </a:txBody>
                  <a:tcPr marL="45720" marR="45720" marT="9144" marB="9144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901D-E22F-4DE8-9432-DE53CF2D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Process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E5670-7EBF-4D35-A203-BB27491B8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normAutofit/>
          </a:bodyPr>
          <a:lstStyle/>
          <a:p>
            <a:pPr fontAlgn="auto">
              <a:spcAft>
                <a:spcPts val="1200"/>
              </a:spcAft>
              <a:defRPr/>
            </a:pPr>
            <a:r>
              <a:rPr sz="19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model: Incremental / Agile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1200"/>
              </a:spcAft>
              <a:buNone/>
            </a:pPr>
            <a:r>
              <a:rPr sz="17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review shows a working demo. Requirements stay allowed to change. Fits a small team.</a:t>
            </a:r>
            <a:r>
              <a:rPr sz="1700" b="0" dirty="0" err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17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 1 — Multi-hospital login, role dashboards, calendar booking</a:t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 2 — Care Explainer (EN/HI/TE + voice) and Care Copilot (shift-aware routing)</a:t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 3 — Live token on confirm + dual wait + HospitalFlow FastAPI</a:t>
            </a:r>
            <a:r>
              <a:rPr sz="1900" b="0" dirty="0" err="1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spcAft>
                <a:spcPts val="1200"/>
              </a:spcAft>
            </a:pPr>
            <a:r>
              <a:rPr sz="1900" b="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 4 — Pharmacy in/low/out, mesh buying power, admin staffing sliders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3DC3E-817D-4934-A8A3-9B35012B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F14D1DE-E57B-4FC7-9D83-AB1C4CB583B1}" type="slidenum">
              <a:rPr lang="en-US" altLang="en-US">
                <a:solidFill>
                  <a:srgbClr val="898989"/>
                </a:solidFill>
              </a:rPr>
              <a:pPr/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DCA4DD-BD4F-4214-A3BC-FF999008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</a:t>
            </a:r>
            <a:r>
              <a:rPr lang="en-IN" dirty="0"/>
              <a:t>D</a:t>
            </a:r>
            <a:r>
              <a:rPr lang="en-US" dirty="0"/>
              <a:t> MINI PROJECT REVIEW-1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59326-8E95-426A-1865-46915AD87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95" y="-4774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14600" y="6527511"/>
            <a:ext cx="4540681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pic>
        <p:nvPicPr>
          <p:cNvPr id="35" name="Picture 3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66" y="1309199"/>
            <a:ext cx="7587667" cy="50003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USE CASE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endParaRPr lang="en-US" sz="2800" dirty="0">
              <a:cs typeface="Calibri"/>
            </a:endParaRPr>
          </a:p>
          <a:p>
            <a:pPr marL="0" indent="0" algn="just">
              <a:buNone/>
            </a:pPr>
            <a:endParaRPr lang="en-US" sz="28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724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FADCD4-B3F5-40D4-1C66-EB82B261AC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47" y="1158240"/>
            <a:ext cx="8129706" cy="50003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CLASS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endParaRPr lang="en-US" sz="2800" dirty="0">
              <a:cs typeface="Calibri"/>
            </a:endParaRPr>
          </a:p>
          <a:p>
            <a:pPr algn="just"/>
            <a:endParaRPr lang="en-US" sz="28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9A5FF-1C7D-6BE2-740B-383D07F9F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pic>
        <p:nvPicPr>
          <p:cNvPr id="8" name="Picture 7" descr="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39" y="1158240"/>
            <a:ext cx="7865922" cy="500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6066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SEQUENCE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572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F6A3D4-39D5-5DC2-723A-C12ED92E3D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pic>
        <p:nvPicPr>
          <p:cNvPr id="8" name="Picture 7" descr="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91" y="1158240"/>
            <a:ext cx="8181417" cy="500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4349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ACTIVITY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6BBA2-2B66-C3C0-6045-9C747D90B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259" y="1691640"/>
            <a:ext cx="4471481" cy="434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8351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STATE CHART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endParaRPr lang="en-US" sz="2800" dirty="0">
              <a:cs typeface="Calibri"/>
            </a:endParaRPr>
          </a:p>
          <a:p>
            <a:pPr algn="just"/>
            <a:endParaRPr lang="en-US" sz="28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572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25CEDB-6993-9E86-7843-8F1934EE8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pic>
        <p:nvPicPr>
          <p:cNvPr id="8" name="Picture 7" descr="state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58240"/>
            <a:ext cx="8580120" cy="42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2732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HospitalFlow (visible wait formula)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5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 = waiting × avgConsult ÷ max(doctors,1); then + pharmacy + stock-outs×6; × staff × handover × crowd.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5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Demo: 3 people × 12 min ÷ 4 doctors = 9 min YOUR TURN. Hospital-wide ~30 min includes pharmacy and crowd.</a:t>
            </a:r>
          </a:p>
          <a:p>
            <a:pPr>
              <a:spcAft>
                <a:spcPts val="800"/>
              </a:spcAft>
            </a:pPr>
            <a:r>
              <a:rPr sz="1700" b="1" dirty="0" err="1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 Copilot (shift-aware routing, not diagnosis)</a:t>
            </a:r>
            <a:r>
              <a:rPr sz="17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5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words to a specialty, then to who is on duty. Night → night nurse + hold morning slot. Chest tightness → casualty.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5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“thirsty and tired” + Day → Dr. Meera Iyer (GP) + Metformin. Same words + Night → Imran Shaik, clinic 08:00.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pharmacy intelligence (no stock sharing)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5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hospital keeps its own quantity. Mesh only sums soldWeek by SKU and lists which hospitals are OUT.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sz="15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Arogya Amlodipine quantity=0; Sunrise still has stock — Arogya cannot see Sunrise shelves.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2246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16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F5D7E7F-C2D5-4E77-BB6A-719ABE28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356350"/>
            <a:ext cx="4572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CSD MINI PROJECT REVIEW-1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951</Words>
  <Application>Microsoft Office PowerPoint</Application>
  <PresentationFormat>On-screen Show (4:3)</PresentationFormat>
  <Paragraphs>187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Arial,Sans-Serif</vt:lpstr>
      <vt:lpstr>Calibri</vt:lpstr>
      <vt:lpstr>Cambria</vt:lpstr>
      <vt:lpstr>Times New Roman</vt:lpstr>
      <vt:lpstr>Office Theme</vt:lpstr>
      <vt:lpstr>   VARDHAMAN COLLEGE OF ENGINEERING, HYDERABAD Autonomous institute affiliated to JNTUH  DEPARTMENT OF COMPUTER SCIENCE &amp; ENGINEERING(DATA SCIENCE)  </vt:lpstr>
      <vt:lpstr>Mini Project Review-1 Outlines</vt:lpstr>
      <vt:lpstr>Main idea of the Project</vt:lpstr>
      <vt:lpstr>Existing System Vs Proposed </vt:lpstr>
      <vt:lpstr>Proposed Project Objectives</vt:lpstr>
      <vt:lpstr>Proposed Project Outcomes</vt:lpstr>
      <vt:lpstr>Software and Hardware Requirements</vt:lpstr>
      <vt:lpstr>Process Model</vt:lpstr>
      <vt:lpstr>Architectural Diagram</vt:lpstr>
      <vt:lpstr>USE CASE DIAGRAM</vt:lpstr>
      <vt:lpstr>CLASS DIAGRAM</vt:lpstr>
      <vt:lpstr>SEQUENCE DIAGRAM</vt:lpstr>
      <vt:lpstr>ACTIVITY DIAGRAM</vt:lpstr>
      <vt:lpstr>STATE CHART DIAGRAM</vt:lpstr>
      <vt:lpstr>PROPOSED METHOD AND ALGORITHMS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Rasagna Pasam</cp:lastModifiedBy>
  <cp:revision>527</cp:revision>
  <dcterms:created xsi:type="dcterms:W3CDTF">2006-08-16T00:00:00Z</dcterms:created>
  <dcterms:modified xsi:type="dcterms:W3CDTF">2026-09-14T16:57:15Z</dcterms:modified>
</cp:coreProperties>
</file>